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6400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PUCSL Solar &amp; Weather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AC4E8"/>
                </a:solidFill>
              </a:rPr>
              <a:t>Machine Learning-Based Renewable Energy Forecasting for Sri Lanka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742A"/>
                </a:solidFill>
              </a:rPr>
              <a:t>Research Project 2026  |  Public Utilities Commission of Sri Lanka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E8"/>
                </a:solidFill>
              </a:rPr>
              <a:t>15 Years Data (2010-2025)  |  1,242 Grid Cells  |  475 Real Solar Plants  |  4 Prediction Equations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Sri Lanka needs accurate renewable energy forecasting for national grid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This system predicts Solar Generation, Temperature &amp; Rainfall for any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Entire country covered using a 10km x 10km grid = 1,242 grid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Built using 15 years of historical weather data (2010-2025)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Data Sources: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OpenMeteo API - reanalysis weather data for all 1,242 grid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24 official Meteorological Stations (Department of Meteorology, Sri Lanka)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475 real solar plants (PUCSL) - 8,201 rows of monthly generation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Final Output: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Monthly &amp; annual solar generation (kWh) for any location and installed capacity (kWp)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Data Pipeline - How It All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1:  Raw weather downloaded from OpenMeteo API -&gt; T_om, RF_om for 1,242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2:  Actual measurements from 24 meteorological stations collected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3:  Error Correction Equations applied -&gt; T_corrected, RF_corrected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4:  Corrected data merged with real solar plant generation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5:  Machine Learning models trained (Temperature, Rainfall, Solar)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6:  Models applied to all 1,242 grid cells x 12 months = 14,904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Step 7:  Results visualized on interactive maps and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What are Beta (B) Coefficients?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Beta values are the coefficients the model LEARNS from historical training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They represent how much each input variable contributes to the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Beta symbols and meaning: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B0  =  Intercept - base value when all inputs equal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B1, B2, B3 ...  =  Weights assigned to each input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Interpreting Beta values: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Large positive B  -&gt;  that variable strongly INCREASES the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Large negative B  -&gt;  that variable strongly DECREASES the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 close to 0  -&gt;  that variable has LITTLE effect on the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How Beta is calculated - Ordinary Least Squares (OLS):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Minimize:  Sum of ( yi - y_predicted )^2   where yi = actual,  y_predicted = predicted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Why sin(m) and cos(m)? - Cyclical Month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Raw month number (1-12) treats December(12) and January(1) as FAR apart numerically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But December and January are climatically ADJACENT - this causes prediction errors!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Solution: Encode month as sine and cosine to wrap the calendar into a smooth circle: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month_sin  =  sin( 2*pi * month / 12 )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month_cos  =  cos( 2*pi * month / 12 )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Example values: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January   -&gt;  sin = +0.500,  cos = +0.866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July      -&gt;  sin = -0.500,  cos = -0.866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December  -&gt;  sin = -0.866,  cos = +0.500  (close to January - correct!)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Interaction features also used: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 x sin(m),  lat x cos(m),  lon x sin(m),  lon x cos(m),  elev x sin(m),  elev x cos(m)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Equation 1 - Temperature Error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Purpose: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OpenMeteo reanalysis data has systematic bias vs actual ground 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This equation corrects that bias using official met station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Equation: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T_corrected = B0 + B1.lat + B2.lon + B3.elev + B4.month + B5.T_om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Input Variables: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 = Latitude (degrees N)    |    lon = Longitude (degrees 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elev = Elevation in meters above sea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month = Month number (1 = January ... 12 = December)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T_om = Raw temperature from OpenMeteo (degrees 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Output:  T_corrected = Bias-corrected temperature (degrees 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663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B3 (elevation) is NEGATIVE - higher elevation = cooler 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5321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B5 (T_om) close to 1.0 - OpenMeteo is mostly accurate, small correction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Equation 2 - Rainfall Error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Purpose:  Correct OpenMeteo rainfall bias using actual met station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Equation: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ln(RF_corrected) = B0 + B1.lat + B2.lon + B3.elev + B4.month + B5.ln(RF_om + 1)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Input Variables: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lat, lon, elev, month = same as temperature equation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RF_om = Raw rainfall from OpenMeteo (mm)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ln(RF_om + 1) = Natural log of raw rainfall  (+1 added to handle zero-rainfall 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Output:  RF_corrected = Bias-corrected rainfall (mm)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Why log transformation?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Rainfall is right-skewed - log normalizes the distribution for better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+1 inside the log prevents ln(0) which is mathematically undefined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Temperature Prediction Model - Features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Purpose:  Predict monthly temperature for any location and year in Sri Lanka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12 Input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lat, lon, elevation, month_sin, month_cos,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 x sin(m), lat x cos(m), lon x sin(m), lon x cos(m), elev x sin(m), elev x cos(m)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Training Data: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44,047 rows - 207 OpenMeteo grid cells + 24 meteorological stations merged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Latitude range: 5.96 N to 9.68 N (full Sri Lanka including northern cities)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Years covered: 2010-2025 (15 years)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Temperature Model - Results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4E8"/>
                </a:solidFill>
              </a:rPr>
              <a:t>R2=0.987 means 98.7% of temperature variance explained  |  MAE = only 0.18 C average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783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R2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19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0.8528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0.6799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Polynomial (degree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0.9054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0.5341 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Better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Random Forest  BEST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0.9870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0.1769 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19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099815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118104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3099815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7832" y="3118104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0.9619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3099815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3118104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0.3403 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19" y="3099815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88552" y="3118104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Very Good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Rainfall Prediction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Purpose:  Predict monthly rainfall for any location and year in Sri Lanka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Same 12 input features as temperature model: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lat, lon, elevation, month_sin, month_cos, year + 6 interaction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Best Model:  Random Forest  -  R2 = 0.956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95.6% of rainfall variance is explained by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Why slightly lower R2 than temperature?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Rainfall is more spatially variable and event-driven than 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 single storm can cause large local variation hard to capture at grid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Nevertheless 95.6% is excellent accuracy for rainfall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Training Data: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Same 44,047 rows covering full Sri Lanka (5.96 N to 9.68 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Equation 3 - Solar Specific Yield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Purpose:  Predict solar energy per kWp of installed capacity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Equation: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SpecificYield = B0 + B1.lat + B2.lon + B3.elev + B4.sin(m) + B5.cos(m) + B6.T_corrected + B7.RF_corrected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Coefficient Interpretation: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B1 (lat): NEGATIVE - higher latitude = less solar yield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B2 (lon): NEGATIVE - moving east = wetter climate = less solar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B3 (elev): POSITIVE - higher elevation = clearer atmosphere = more solar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B6 (T): POSITIVE - warmer = more sunshine hours = more solar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B7 (RF): NEGATIVE - more rain = cloud cover = less solar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Fitted equation from actual training data: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SpecificYield = 769.26 - 4.20.lat - 8.03.lon + 0.008.elev - 2.07.sin(m) + 1.17.cos(m) + 1.59.T - 8.72.ln(RF)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Equation 4 - Final Energy Generation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Final step: converting specific yield into actual energy generation for a 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Equation: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Predicted kWh  =  Specific Yield (kWh/kWp)  x  Capacity (kWp)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Worked Example: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Location: Colombo  |  Month: February  |  Installed Capacity: 10 kWp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Specific Yield predicted by model = 110 kWh/kWp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Predicted Generation  =  110  x  10  =  1,100 kWh for February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Annual Generation  =  Sum of all 12 monthly 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Why this matters for PUCSL: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Any plant size can be evaluated - from 5 kWp school rooftop to 1,000 kWp solar farm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Grid planners can estimate contribution before installation begins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Solar Generation Model - Results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4E8"/>
                </a:solidFill>
              </a:rPr>
              <a:t>Lower R2 expected: solar also depends on panel brand, inverter efficiency, shading, dust - not in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783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R2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19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Linear Regression (log RF)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0.0799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25.28 kWh/kWp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Linear Regression (plain RF)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0.1160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24.46 kWh/kWp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Better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Polynomial Regression deg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0.1240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24.38 kWh/kWp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19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Best - used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Sri Lanka Solar Potential Mapping -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4E8"/>
                </a:solidFill>
              </a:rPr>
              <a:t>1,242 cells x 12 months = 14,904 predictions  |  Top: Colombo, Moratuwa  |  Lowest: Near Mullaitivu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380390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545336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508760"/>
            <a:ext cx="380390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7952" y="1545336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Annual Yield (kWh/kWp)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508760"/>
            <a:ext cx="380390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2" y="1545336"/>
            <a:ext cx="3767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Grid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92807"/>
            <a:ext cx="380390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911095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Very 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892807"/>
            <a:ext cx="380390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1911095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&gt; 1,320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892807"/>
            <a:ext cx="380390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1911095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95144"/>
            <a:ext cx="380390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1343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295144"/>
            <a:ext cx="380390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231343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1,200 - 1,320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95144"/>
            <a:ext cx="380390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231343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97479"/>
            <a:ext cx="380390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715768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697479"/>
            <a:ext cx="380390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7952" y="2715768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1,000 - 1,200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2697479"/>
            <a:ext cx="380390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2" y="2715768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99815"/>
            <a:ext cx="380390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118104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3099815"/>
            <a:ext cx="380390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7952" y="3118104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&lt; 1,000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099815"/>
            <a:ext cx="380390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2" y="3118104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Correlation Analysis -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4E8"/>
                </a:solidFill>
              </a:rPr>
              <a:t>These correlations confirm that model features are physically meaningful and correctly chosen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783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19" y="1508760"/>
            <a:ext cx="2843784" cy="384048"/>
          </a:xfrm>
          <a:prstGeom prst="rect">
            <a:avLst/>
          </a:prstGeom>
          <a:solidFill>
            <a:srgbClr val="C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545336"/>
            <a:ext cx="2807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Physical 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Solar vs Temperature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 = +0.50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Moderate Positive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1892807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911095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Warmer -&gt; more sun -&gt; more solar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Solar vs Rainfall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 = -0.71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Strong Negative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2295144"/>
            <a:ext cx="2843784" cy="38404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2313432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More rain -&gt; clouds -&gt; less solar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Temperature vs Rainfall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 = -0.91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Very Strong Negative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19" y="2697479"/>
            <a:ext cx="2843784" cy="38404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2715768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Hot dry vs cool wet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Streamlit Dashboard - 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 fully interactive web application built with Python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Dashboard Modules: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Home - Project overview, key statistics, institutional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Solar Prediction - Monthly/annual kWh for any city, capacity and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Weather Prediction - Monthly temperature and rainfall for any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Maps Viewer - Interactive Folium maps: solar, temperature, rainfall across Sri Lanka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Correlation Analysis - r values between solar, temperature, and rainfall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Data Visualizations - Spatial distribution charts by district and province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Technical Stack: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Python  |  Streamlit  |  Scikit-learn  |  Pandas  |  Folium  |  Plotly  |  Joblib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742A"/>
                </a:solidFill>
              </a:rPr>
              <a:t>Key Findings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Complete ML pipeline built for renewable energy prediction across Sri Lanka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Model Performance: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Temperature model:  R2 = 0.987  - near-perfect accuracy (MAE = 0.18 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7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Rainfall model:     R2 = 0.956  - excellent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3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Solar model:  Polynomial regression - physically interpretable equation for PUCSL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799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Coverage: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59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All 1,242 grid cells across Sri Lanka mapped with solar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Northern Sri Lanka (Jaffna, Vavuniya, Mannar) correctly predicted with station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15 years of historical data (2010-2025) ensures robust and reliable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42A"/>
                </a:solidFill>
              </a:rPr>
              <a:t>Impact: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PUCSL can now forecast solar contributions before any plant is installed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663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 Supports national energy transition planning and grid stability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